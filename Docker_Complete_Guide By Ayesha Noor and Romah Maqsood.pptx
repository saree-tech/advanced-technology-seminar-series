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71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97A7">
              <a:alpha val="45000"/>
            </a:srgbClr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91440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371600"/>
            <a:ext cx="91440" cy="1920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371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85800" y="2176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 to Containerization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Ship · Run – Anywhere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3337560"/>
            <a:ext cx="15087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337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77440" y="3337560"/>
            <a:ext cx="15087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0" y="3337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69080" y="3337560"/>
            <a:ext cx="15087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9080" y="3337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3721608"/>
            <a:ext cx="15087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7216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377440" y="3721608"/>
            <a:ext cx="15087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77440" y="37216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069080" y="3721608"/>
            <a:ext cx="15087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69080" y="37216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that changed how software is built and shipped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an open-source platform that automates the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applications inside lightweight, portable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containers. It packages your: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Libraries &amp; Dependencies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…into one portable container that runs identically across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Testing, Staging, and Production.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Docker Solves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536192"/>
            <a:ext cx="3840480" cy="1417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Docker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865376"/>
            <a:ext cx="3657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machine!" nightmare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OS/library versions break builds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 between projects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server setup &amp; errors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035808"/>
            <a:ext cx="384048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Docker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64992"/>
            <a:ext cx="3657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environments everywhere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reproducible deployments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Zero-conflict isolated environments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run the entire stack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Docker ecosystem components work together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606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run, build, pull, push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51560"/>
            <a:ext cx="26060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61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Daemon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engine (dockerd)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containers &amp; images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51560"/>
            <a:ext cx="260604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161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/ Private Registry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distributes images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26060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291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blueprint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Dockerfile layers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6060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0128" y="3291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 of image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process on host 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315968"/>
            <a:ext cx="8503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3159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 User → Docker CLI  →  Docker Daemon  →  Pull Image from Registry  →  Run Container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vs Docker Container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blueprint and its running instance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023360" cy="36118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Docker Image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/ Template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47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for every container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once built — never changes at runtime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615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798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frozen state of app + dependencies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Dockerfile instruction = one layer; shared layers save disk space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Analogy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class in OOP — defines structure, not an instance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via Dockerfile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myapp:1.0 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51960" y="2514600"/>
            <a:ext cx="640080" cy="64008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051560"/>
            <a:ext cx="4023360" cy="36118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051560"/>
            <a:ext cx="402336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Docker Container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1847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execution of a Docker image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Read-Write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writable layer on top of image for runtime data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2615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Environment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2798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filesystem, network, and processes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0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Analogy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 object in OOP — the actual runtime instance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Instances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→ many containers running simultaneously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3776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Control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start / stop / rm / exec / logs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 Virtual Machines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architectural difference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84048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 (VM)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B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Container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Virtualization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Virtualizes hardware (full 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Virtualizes OS application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VM has its own full 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host OS 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— GBs of RAM &amp; disk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— MBs of disk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to boot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 to 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GBs per 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of MBs per 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hardware isolation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Process-level isolation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move between hosts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portable across environments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— resource heavy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— run hundreds per 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apps, full OS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Microservices, cloud-native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Commands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command-line toolkit every Docker user must know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Commands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" y="1536192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&lt;image&gt;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18562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image from Docker Hub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3192" y="2157984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57984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3192" y="24780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local images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" y="2779776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&lt;image&gt;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3192" y="3099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image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" y="3401568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&lt;image&gt;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3192" y="37216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image metadata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3192" y="4023360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history &lt;image&gt;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3192" y="43434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layer history of image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105156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1051560"/>
            <a:ext cx="274320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Commands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19272" y="1536192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&lt;image&gt;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19272" y="18562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start a container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19272" y="2157984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157984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&lt;image&gt;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19272" y="24780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terminal mode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9272" y="2779776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&lt;image&gt;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19272" y="3099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(background) mode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19272" y="3401568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19272" y="37216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9272" y="4023360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9272" y="43434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containers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72200" y="105156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2200" y="1051560"/>
            <a:ext cx="274320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Lifecycle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45352" y="1536192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45352" y="18562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stop container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45352" y="2157984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2157984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start &lt;id&gt;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45352" y="24780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stopped container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45352" y="2779776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restart &lt;id&gt;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45352" y="3099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 container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45352" y="3401568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45352" y="37216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stopped container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45352" y="4023360"/>
            <a:ext cx="2596896" cy="32004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bash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45352" y="43434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into running container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&amp; Environment Variables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container services and passing configuration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73152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155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/ Port Binding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run in an isolated network. Ports inside a container are NOT accessible from outside unless explicitly mapped to a host port. </a:t>
            </a: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host_port:container_port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1371600"/>
            <a:ext cx="3383280" cy="27432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 &lt;image&gt;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645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host 8080 → nginx on port 80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57800" y="1874520"/>
            <a:ext cx="3383280" cy="27432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3306:3306  &lt;image&gt;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expose to host same 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57800" y="2377440"/>
            <a:ext cx="3383280" cy="274320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5432:5432  &lt;image&gt;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26517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default port binding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8503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90672"/>
            <a:ext cx="73152" cy="1554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 (-e flag)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35021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configuration values (passwords, API keys, ports) into containers at runtime — without hardcoding them in your application code.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56432"/>
            <a:ext cx="388620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56432"/>
            <a:ext cx="38862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-e MYSQL_ROOT_PASSWORD=secret mysql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388620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840480"/>
            <a:ext cx="38862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-e NODE_ENV=production -e PORT=3000 node-app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4224528"/>
            <a:ext cx="388620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224528"/>
            <a:ext cx="38862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--env-file .env myapp     # Load from file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containers and enabling inter-service communication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15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Networking?  Containers are isolated by default — they cannot talk to each other unless connected via a Docker network. In a microservices app, your Backend, Database, and Cache all run in separate containers and must communicate.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(Default)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2677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network for containers on the same host. Containers can communicate using container names as hostnames.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82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Typical single-host apps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01568"/>
            <a:ext cx="2651760" cy="256032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01568"/>
            <a:ext cx="2651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 my-net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182880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82880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2677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shares host's network namespace directly. No port mapping needed — uses host ports directly.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182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High-performance apps, no isolation needed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401568"/>
            <a:ext cx="2651760" cy="256032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401568"/>
            <a:ext cx="2651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--network=host myapp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182880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828800"/>
            <a:ext cx="274320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2677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disables networking for the container. Fully isolated — no inbound or outbound traffic.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182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Batch jobs, security-sensitive tasks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401568"/>
            <a:ext cx="2651760" cy="256032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401568"/>
            <a:ext cx="2651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--network=none myapp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370832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Commands:  docker network ls  |  docker network create &lt;name&gt;  |  docker network inspect &lt;name&gt;  |  docker network rm &lt;name&gt;  |  docker run --network &lt;name&gt;  |  docker network connect &lt;net&gt; &lt;container&gt;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– Data Persistence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your data alive beyond container lifecycle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When a container stops or is removed, ALL data inside it is permanently lost. This is critical for databases, file uploads, logs, and user data — any stateful application.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2128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manages the storage location on host. Best for databases and persistent app data. Data survives container removal.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72384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create mydata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56432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-v mydata:/var/lib/mysql mysql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40480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ls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4224528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24528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inspect mydata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46120" y="182880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828800"/>
            <a:ext cx="274320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22128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specific host directory into the container. Useful for development — live code changes reflect instantly.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3072384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072384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-v /host/path:/app myapp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91840" y="3456432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456432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-v $(pwd):/app node-dev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91840" y="3840480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840480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Changes on host → visible in container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4224528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224528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Changes in container → visible on host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72200" y="182880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1828800"/>
            <a:ext cx="274320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tmpfs Mounts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22128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a temporary filesystem in memory only. Data is NOT written to disk and is lost when container stops.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3072384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072384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--tmpfs /tmp myapp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17920" y="3456432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456432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Stored in host RAM only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3840480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840480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Faster I/O for temp data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17920" y="4224528"/>
            <a:ext cx="2651760" cy="292608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4224528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for secrets, cache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– Building Custom Images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exactly how your application image is assembled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297680" cy="3611880"/>
          </a:xfrm>
          <a:prstGeom prst="rect">
            <a:avLst/>
          </a:prstGeom>
          <a:solidFill>
            <a:srgbClr val="1E2B3A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 – Node.js Application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node:18-alpine</a:t>
            </a: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Base image (Alpine = minimal)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76479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maintainer="team@company.com"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11226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</a:t>
            </a: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Set working directory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459736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package*.json ./</a:t>
            </a: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Copy package files first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63347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--production</a:t>
            </a: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Install dependencies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.</a:t>
            </a: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Copy application code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328416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Document the port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67588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NODE_ENV=production</a:t>
            </a: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Set environment variable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402336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r>
              <a:rPr lang="en-US" sz="85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["node", "server.js"]</a:t>
            </a: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Default startup command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115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Dockerfile Instructions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630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05272" y="14630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base image. Every Dockerfile starts here.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764792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76479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05272" y="176479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working directory inside the container.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066544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6654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05272" y="20665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files from host to container filesystem.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368296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36829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05272" y="236829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COPY but also handles URLs &amp; tar extraction.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670048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7004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05272" y="26700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commands during image BUILD phase.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971800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97180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05272" y="297180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 when container STARTS. Overridable.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73552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2735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05272" y="327355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CMD but cannot be easily overridden.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575304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5753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05272" y="35753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environment variables in the image.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877056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87705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05272" y="387705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which port the container listens on.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178808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17880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05272" y="41788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mount point for external storage.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4480560"/>
            <a:ext cx="80467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48056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605272" y="448056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variable (not available at runtime).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 docker build -t myapp:1.0 .     |     Run: docker run -p 3000:3000 myapp:1.0     |     Tag: docker tag myapp:1.0 username/myapp:latest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– Multi-Container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run multi-container applications with a single YAML 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022" y="921741"/>
            <a:ext cx="885165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79" y="923544"/>
            <a:ext cx="876793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Compose: Running backend + database + cache = 3 long docker run commands, manual network creation, and tedious startup. With Compose: One file, one command.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1022" y="1390274"/>
            <a:ext cx="4617720" cy="3583676"/>
          </a:xfrm>
          <a:prstGeom prst="rect">
            <a:avLst/>
          </a:prstGeom>
          <a:solidFill>
            <a:srgbClr val="1E2B3A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558922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</a:t>
            </a: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"3.8"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705356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1860160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009586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mongo:6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174275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357058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1991" y="2519557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27017:27017"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947" y="2676230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8912" y="2833672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MONGO_INITDB_ROOT_USERNAME: 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" y="3005863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MONGO_INITDB_ROOT_PASSWORD: 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991" y="3211604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1991" y="3379994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mongo-data:/data/db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1991" y="3546358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mongo-express: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1991" y="3719933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mongo-express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1991" y="3916528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6072" y="4078224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8081:8081"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9496" y="4247388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7220" y="4421124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</a:t>
            </a:r>
            <a:r>
              <a:rPr lang="en-US" sz="800" dirty="0">
                <a:solidFill>
                  <a:srgbClr val="F8B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8650" y="4582239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4742775"/>
            <a:ext cx="4434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mongo-data: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74920" y="160020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93792" y="16642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93792" y="1947672"/>
            <a:ext cx="3246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YAML file manages all services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networking between containers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ordering via depends_on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environment variable management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volume &amp; network definitions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start entire stack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3127248"/>
            <a:ext cx="34747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193792" y="31821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Commands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20640" y="3493008"/>
            <a:ext cx="3364992" cy="219456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493008"/>
            <a:ext cx="336499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20640" y="3858768"/>
            <a:ext cx="3364992" cy="219456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858768"/>
            <a:ext cx="336499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20640" y="4224528"/>
            <a:ext cx="3364992" cy="219456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4224528"/>
            <a:ext cx="336499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20640" y="4590288"/>
            <a:ext cx="3364992" cy="219456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4590288"/>
            <a:ext cx="336499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20640" y="4956048"/>
            <a:ext cx="3364992" cy="219456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4956048"/>
            <a:ext cx="336499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build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20640" y="5321808"/>
            <a:ext cx="3364992" cy="219456"/>
          </a:xfrm>
          <a:prstGeom prst="rect">
            <a:avLst/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5321808"/>
            <a:ext cx="336499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web bash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&amp; Image Registry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largest library for container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(hub.docker.com) is the default public registry. It hosts official images (nginx, mysql, node, python…), community images, and your own private repositories. You can also self-host a private registry using the 'registry' official image.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267004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212140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207568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Dockerfile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23774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app's image blueprint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847088"/>
            <a:ext cx="267004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0128" y="212140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22192" y="207568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22192" y="23774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user/app:1.0 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847088"/>
            <a:ext cx="267004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0488" y="212140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02552" y="207568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Locally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02552" y="23774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user/app:1.0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267004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" y="35204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" y="34747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Hub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" y="3776472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login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246120"/>
            <a:ext cx="267004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10128" y="35204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22192" y="34747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Image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22192" y="3776472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user/app:1.0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3246120"/>
            <a:ext cx="267004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0488" y="35204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02552" y="34747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Deploy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02552" y="3776472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 user/app:1.0 on any server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407408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4256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Naming:  registry/username/repository:tag   |   Example:  docker.io/library/nginx:1.25-alpine   |   Latest tag:  docker pull nginx:latest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 DevOps &amp; CI/CD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Docker fits into modern software delivery workflows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with Docker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1207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783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91056" y="1737360"/>
            <a:ext cx="192024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1417320"/>
            <a:ext cx="1207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Trigger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1783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Jenkins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90088" y="1737360"/>
            <a:ext cx="192024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417320"/>
            <a:ext cx="1207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82112" y="1783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image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89120" y="1737360"/>
            <a:ext cx="192024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1144" y="1417320"/>
            <a:ext cx="1207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81144" y="1783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tests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88152" y="1737360"/>
            <a:ext cx="192024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0176" y="1417320"/>
            <a:ext cx="1207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0176" y="1783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87184" y="1737360"/>
            <a:ext cx="192024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9208" y="1417320"/>
            <a:ext cx="1207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9208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79208" y="1783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run in prod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67919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679192"/>
            <a:ext cx="54864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752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Consistency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044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 in dev, staging, and prod. Zero environment-related bugs.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267919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2679192"/>
            <a:ext cx="54864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2752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37560" y="3044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built once, deployed anywhere. No more manual server setup.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0760" y="267919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0760" y="2679192"/>
            <a:ext cx="54864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752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Rollback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3044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versions. If v2 fails, docker pull myapp:v1 and you're back.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382219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822192"/>
            <a:ext cx="54864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895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Ready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187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= one container. Scale, update, restart independently.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382219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0" y="3822192"/>
            <a:ext cx="54864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3895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Efficiency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37560" y="4187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dozens of services on one host — far more efficient than VMs.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080760" y="382219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080760" y="3822192"/>
            <a:ext cx="54864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3895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Integration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17920" y="4187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 are native to Kubernetes pods. Docker = entry point to K8s.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5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Best Practices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530352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55648" y="75895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building, packaging &amp; running containers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065276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6527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55648" y="107442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Daemon → Image → Container → Registry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380744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8074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Container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55648" y="138988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vs Running Instance (Class vs Object)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696212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9621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 VM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55648" y="170535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OS-level virtualization, shared kernel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116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55648" y="202082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pull, build, exec, ps, stop, rm, logs…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327148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32714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55648" y="233629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container ports to host (-p flag)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642616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4261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55648" y="265176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configuration via -e or --env-file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958084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5808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55648" y="296722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Bridge, Host, None — connect containers together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273552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27355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55648" y="328269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Bind Mount, tmpfs — persist data outside containers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589020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8902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55648" y="359816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FROM, RUN, COPY, CMD, EXPOSE, ENV, VOLUME…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904488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9044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55648" y="391363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Multi-container YAML — up / down / logs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219956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21995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755648" y="422910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Push/pull images, version tagging, private registries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535424"/>
            <a:ext cx="141732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53542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CI-CD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55648" y="454456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deploy anywhere, rollback with image tags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080760" y="274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35040" y="65836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640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Alpine base images (smaller size)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35040" y="106984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per container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35040" y="148132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secrets in images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035040" y="189280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.dockerignore files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035040" y="230428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images properly (never just :latest)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35040" y="271576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91072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to minimize image size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35040" y="312724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COPY over ADD when possible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35040" y="353872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91072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non-root user for security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35040" y="395020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3931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define health checks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035040" y="4361688"/>
            <a:ext cx="182880" cy="1828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91072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volumes for all persistent data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2027</Words>
  <Application>Microsoft Office PowerPoint</Application>
  <PresentationFormat>On-screen Show (16:9)</PresentationFormat>
  <Paragraphs>371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– Complete Guide to Containerization</dc:title>
  <dc:subject>PptxGenJS Presentation</dc:subject>
  <dc:creator>PptxGenJS</dc:creator>
  <cp:lastModifiedBy>T L S</cp:lastModifiedBy>
  <cp:revision>4</cp:revision>
  <dcterms:created xsi:type="dcterms:W3CDTF">2026-02-28T10:12:03Z</dcterms:created>
  <dcterms:modified xsi:type="dcterms:W3CDTF">2026-03-08T00:47:31Z</dcterms:modified>
</cp:coreProperties>
</file>