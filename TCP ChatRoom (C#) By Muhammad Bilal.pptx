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7" r:id="rId4"/>
    <p:sldId id="259" r:id="rId5"/>
    <p:sldId id="258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55E94-F797-FA5D-CE4A-0208BDC90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904E1A-323A-370E-9111-8BA77EF086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7DA0C-2D93-915C-4E19-7BDC8ADC8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54F46-6A4D-47E0-B74A-0E78479CEBD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AB1D5-03FF-A564-8DC7-75D3EE279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E4404-549D-674A-B0AE-AE9DC0196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D54A-78E8-4F05-AC08-25AAB814F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138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01ADE-AB63-4AD1-8B09-76F145DEF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07351-28BB-245F-53D7-0DF449127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A7864-9E52-C5CE-FECD-EA1B9431A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54F46-6A4D-47E0-B74A-0E78479CEBD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5C61A-AB09-3602-BD03-241DA7FE4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BDDDD-DD95-BB83-A694-F21172737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D54A-78E8-4F05-AC08-25AAB814F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514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9E8A7-BFD6-F22A-F1B8-D2F42A9EF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25126-6BC7-1522-525C-85EAF82E8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0DC85-0EDC-1FFB-0A11-AD2AF6D7D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54F46-6A4D-47E0-B74A-0E78479CEBD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06FC2-7C42-2EE2-A6F5-8159D159A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CF237-0526-82C3-F273-8F54DFEF9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D54A-78E8-4F05-AC08-25AAB814F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221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6F2C9-B2C6-6FC4-5311-26FB096D3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AF002-0EBF-A42F-FA8A-78DDC0CFCC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5A2554-143F-9D3C-C438-72C6068DE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12CA8A-7E27-FA54-C06B-6D5FC675E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54F46-6A4D-47E0-B74A-0E78479CEBD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545940-D3C2-3EB1-7C66-E8D3BBB10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51740D-0283-6C26-24D4-8DE299366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D54A-78E8-4F05-AC08-25AAB814F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980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F57C2-6C3E-8EBF-8CC6-A937B6BD4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6FEC5-B310-7CEE-C2E7-1656FDF98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A35548-321A-02A1-B0FF-F146549CFA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08AFB8-CB1E-7530-DF4B-A26B43CC11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3EF37B-8BD0-7DE5-4835-E1018CEF11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CBD808-3BE5-6374-8522-3A7A2DA2C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54F46-6A4D-47E0-B74A-0E78479CEBD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40C584-3D9C-263D-8917-C9BA9E914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7355CA-5691-D38E-6192-E065224A8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D54A-78E8-4F05-AC08-25AAB814F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114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AB05C-FA9F-7D38-AAFE-7EC985B35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59618B-B380-F3C4-7E5C-5E9274467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54F46-6A4D-47E0-B74A-0E78479CEBD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49163F-ADA1-1465-3AA2-40A19BF43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9CB6E9-AD81-A13D-41F4-9F71BFD3D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D54A-78E8-4F05-AC08-25AAB814F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939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ACF2AA-6C81-07CC-2126-33FBD135B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54F46-6A4D-47E0-B74A-0E78479CEBD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9047A6-ECE8-6AA5-A829-CEDF7C49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71770-EF20-1D53-6E0C-9EAD1AE17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D54A-78E8-4F05-AC08-25AAB814F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495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FC66D-1F43-81B5-FD1B-6B66B9BF7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A4995-B5F2-85E0-624E-A49765584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0B607-979C-4896-B68F-32283C8215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6830CD-19C7-DCA6-E5EA-1E1F29130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54F46-6A4D-47E0-B74A-0E78479CEBD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69B3FC-92A4-29D1-F84C-A35A556CA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A4D47-7B60-6AC4-52EE-5FE31750F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D54A-78E8-4F05-AC08-25AAB814F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47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7E1BA-CA6C-7DC0-3A3A-9C63753C4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822E43-1560-5A96-73AF-EB0AADDBC8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D841C2-B719-0331-B8CF-CA659035DF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F5D8C8-4820-CB71-A5F6-F3FBA5839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54F46-6A4D-47E0-B74A-0E78479CEBD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BFCF5F-FB21-59C7-1C63-7E6C19646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B66E7D-6E31-7E29-A4B5-DE0327F1E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D54A-78E8-4F05-AC08-25AAB814F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255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0E151-74A9-C3C1-3744-C9ACC1E76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439D02-011F-C6F2-77E6-D7E408A3BB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6EC4D-889A-17A3-535B-FF5E272ED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54F46-6A4D-47E0-B74A-0E78479CEBD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A9D49-CED5-9B4B-3EFB-ADFD16648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12302-1405-8704-AFBA-A9CDD77A3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D54A-78E8-4F05-AC08-25AAB814F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432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32E99D-12EB-0A24-412B-E2C57AC839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083F71-EB91-B4C1-FCDF-B7F9A903C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B7076-05B9-0DBF-964E-C6DB9E35B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54F46-6A4D-47E0-B74A-0E78479CEBD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88965-36DF-E457-57A7-A36100961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36DE7-552B-EE92-5AF6-D634A8AB2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FD54A-78E8-4F05-AC08-25AAB814F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529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65A05E-DF4B-F508-DB9C-DC26C2A37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5D87C-7346-6E33-ED1E-1FBA4B5CF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375DB-6519-8765-120D-586AEB072F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54F46-6A4D-47E0-B74A-0E78479CEBDA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B2142-10DE-3A16-83C6-2EB92336DF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F481C-7F65-39FF-9DB3-899715CB2D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CFD54A-78E8-4F05-AC08-25AAB814FA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894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F05CB-BCFD-522F-ED02-48C2E1A59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083E9B-7377-7E6C-F6D1-E82F44F719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276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6DCE3-BA72-7C47-2FC0-06090CFDA5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3B65A8-6F06-87DB-286C-790FB29CFD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F2303E-6A30-98FE-27C8-F665F41AF9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644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1036F-9CFD-CE85-1384-062E6B280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DFACE1-C284-92AD-F1F1-11F44ABCA2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041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C521A-1E5B-DEA9-CB03-7907AEA1D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798612-B0E9-E517-E824-D92AC345AD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137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C7D9D-88C5-88DB-0029-9287B2780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A5B2630-ED31-E626-1B4A-E52359F61A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235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2F2B5-CE15-B5C8-C661-B98DFAFCC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60DD92-4BF3-F6D6-A778-AAA3E432F4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39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C6D1B-5A87-4062-E831-EE08FC59E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E5EE95-F1AA-F8F6-F98C-01C70D962D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084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844A2-F040-482E-DF1E-2B4A84312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3EB343-7317-BCCF-E8C0-3CC294B259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67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1622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Bilal</dc:creator>
  <cp:lastModifiedBy>Muhammad Bilal</cp:lastModifiedBy>
  <cp:revision>4</cp:revision>
  <dcterms:created xsi:type="dcterms:W3CDTF">2026-03-08T11:42:10Z</dcterms:created>
  <dcterms:modified xsi:type="dcterms:W3CDTF">2026-03-09T14:44:26Z</dcterms:modified>
</cp:coreProperties>
</file>