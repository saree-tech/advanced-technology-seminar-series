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b2d2a96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b2d2a963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b2d2a96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cb2d2a963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b2d2a963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cb2d2a963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b2d2a963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b2d2a963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b2d2a963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b2d2a9633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b2d2a963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b2d2a9633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b2d2a963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b2d2a963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b2d2a963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b2d2a9633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b2d2a963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cb2d2a9633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b2d2a963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b2d2a9633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b2d2a963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b2d2a9633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b2d2a963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b2d2a9633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3237607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Software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496ED"/>
                </a:solidFill>
                <a:latin typeface="Poppins"/>
                <a:ea typeface="Poppins"/>
                <a:cs typeface="Poppins"/>
                <a:sym typeface="Poppins"/>
              </a:rPr>
              <a:t>Logistics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32358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496ED"/>
                </a:solidFill>
                <a:latin typeface="Lato"/>
                <a:ea typeface="Lato"/>
                <a:cs typeface="Lato"/>
                <a:sym typeface="Lato"/>
              </a:rPr>
              <a:t>BUILD • SHIP • RUN • ANYWHERE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0" y="1113532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339025" y="1177650"/>
            <a:ext cx="5145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Create Project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Write Python Calculator Code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Create Dockerfile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Build Docker Image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Run Container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Test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Stop &amp; Remove Container</a:t>
            </a:r>
            <a:br>
              <a:rPr lang="en-US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✅ Optional: Push to Docker Hub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550" y="1624027"/>
            <a:ext cx="9686925" cy="41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345050" y="989200"/>
            <a:ext cx="64599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Folder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3150" y="2020600"/>
            <a:ext cx="9604549" cy="439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1363150" y="1136963"/>
            <a:ext cx="9264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 FILE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875" y="2134438"/>
            <a:ext cx="10182225" cy="41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1004875" y="1351100"/>
            <a:ext cx="897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Docker File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525" y="1714350"/>
            <a:ext cx="9818623" cy="471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1073625" y="8806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Image :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n-US" sz="28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docker build -t python-calculator .</a:t>
            </a:r>
            <a:endParaRPr b="1" sz="28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600" y="2038700"/>
            <a:ext cx="11110324" cy="151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288" y="1604417"/>
            <a:ext cx="10067926" cy="49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1290775" y="989200"/>
            <a:ext cx="77448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 Container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037" y="1019799"/>
            <a:ext cx="9967926" cy="51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025" y="2176150"/>
            <a:ext cx="9821676" cy="358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1417450" y="1242525"/>
            <a:ext cx="859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STOP RUN CONTAINER BY ID 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802225" y="1188225"/>
            <a:ext cx="859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</a:t>
            </a: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CONTAINER BY ID 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975" y="2056773"/>
            <a:ext cx="9503525" cy="410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802225" y="1188225"/>
            <a:ext cx="859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  IMAGE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25" y="1912125"/>
            <a:ext cx="8685502" cy="43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928875" y="1260600"/>
            <a:ext cx="859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PUSH TO DOCKER HUB</a:t>
            </a: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928875" y="2074900"/>
            <a:ext cx="11490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docker tag python-calculator shahyanahmed/python-calculator</a:t>
            </a:r>
            <a:endParaRPr b="1" sz="32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928875" y="2798800"/>
            <a:ext cx="11190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docker push shahyanahmed/python-calculator</a:t>
            </a:r>
            <a:endParaRPr b="1" sz="3200">
              <a:solidFill>
                <a:schemeClr val="dk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624" y="3632900"/>
            <a:ext cx="10281199" cy="25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1224300" y="253325"/>
            <a:ext cx="974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highlight>
                  <a:schemeClr val="dk1"/>
                </a:highlight>
              </a:rPr>
              <a:t>Complete Small Docker Project – Python Calculator App</a:t>
            </a:r>
            <a:r>
              <a:rPr lang="en-US" sz="2300">
                <a:solidFill>
                  <a:schemeClr val="lt1"/>
                </a:solidFill>
                <a:highlight>
                  <a:schemeClr val="dk1"/>
                </a:highlight>
              </a:rPr>
              <a:t> step by step.</a:t>
            </a:r>
            <a:endParaRPr sz="26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928875" y="1260600"/>
            <a:ext cx="8595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PUSH TO DOCKER HUB </a:t>
            </a:r>
            <a:endParaRPr b="1" sz="3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8875" y="1984500"/>
            <a:ext cx="9355098" cy="431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